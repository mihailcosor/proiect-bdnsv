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39545-9B23-C20C-E470-450C422C0F7C}" v="82" dt="2026-01-28T22:36:35.125"/>
    <p1510:client id="{6261FF5A-EE90-3723-D59A-10833D0C9A01}" v="279" dt="2026-01-28T22:53:19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IL COSOR" userId="S::mihail.cosor@s.unibuc.ro::fea63176-5aa5-48f6-884e-8512d1f81347" providerId="AD" clId="Web-{47039545-9B23-C20C-E470-450C422C0F7C}"/>
    <pc:docChg chg="addSld modSld">
      <pc:chgData name="MIHAIL COSOR" userId="S::mihail.cosor@s.unibuc.ro::fea63176-5aa5-48f6-884e-8512d1f81347" providerId="AD" clId="Web-{47039545-9B23-C20C-E470-450C422C0F7C}" dt="2026-01-28T22:36:35.125" v="84" actId="20577"/>
      <pc:docMkLst>
        <pc:docMk/>
      </pc:docMkLst>
      <pc:sldChg chg="modSp">
        <pc:chgData name="MIHAIL COSOR" userId="S::mihail.cosor@s.unibuc.ro::fea63176-5aa5-48f6-884e-8512d1f81347" providerId="AD" clId="Web-{47039545-9B23-C20C-E470-450C422C0F7C}" dt="2026-01-28T22:34:37.405" v="57" actId="1076"/>
        <pc:sldMkLst>
          <pc:docMk/>
          <pc:sldMk cId="2499791184" sldId="256"/>
        </pc:sldMkLst>
        <pc:spChg chg="mod">
          <ac:chgData name="MIHAIL COSOR" userId="S::mihail.cosor@s.unibuc.ro::fea63176-5aa5-48f6-884e-8512d1f81347" providerId="AD" clId="Web-{47039545-9B23-C20C-E470-450C422C0F7C}" dt="2026-01-28T22:33:29.685" v="8" actId="20577"/>
          <ac:spMkLst>
            <pc:docMk/>
            <pc:sldMk cId="2499791184" sldId="256"/>
            <ac:spMk id="2" creationId="{00000000-0000-0000-0000-000000000000}"/>
          </ac:spMkLst>
        </pc:spChg>
        <pc:spChg chg="mod">
          <ac:chgData name="MIHAIL COSOR" userId="S::mihail.cosor@s.unibuc.ro::fea63176-5aa5-48f6-884e-8512d1f81347" providerId="AD" clId="Web-{47039545-9B23-C20C-E470-450C422C0F7C}" dt="2026-01-28T22:34:37.405" v="57" actId="1076"/>
          <ac:spMkLst>
            <pc:docMk/>
            <pc:sldMk cId="2499791184" sldId="256"/>
            <ac:spMk id="3" creationId="{00000000-0000-0000-0000-000000000000}"/>
          </ac:spMkLst>
        </pc:spChg>
      </pc:sldChg>
      <pc:sldChg chg="modSp new">
        <pc:chgData name="MIHAIL COSOR" userId="S::mihail.cosor@s.unibuc.ro::fea63176-5aa5-48f6-884e-8512d1f81347" providerId="AD" clId="Web-{47039545-9B23-C20C-E470-450C422C0F7C}" dt="2026-01-28T22:36:35.125" v="84" actId="20577"/>
        <pc:sldMkLst>
          <pc:docMk/>
          <pc:sldMk cId="1914383342" sldId="257"/>
        </pc:sldMkLst>
        <pc:spChg chg="mod">
          <ac:chgData name="MIHAIL COSOR" userId="S::mihail.cosor@s.unibuc.ro::fea63176-5aa5-48f6-884e-8512d1f81347" providerId="AD" clId="Web-{47039545-9B23-C20C-E470-450C422C0F7C}" dt="2026-01-28T22:35:31.827" v="60" actId="20577"/>
          <ac:spMkLst>
            <pc:docMk/>
            <pc:sldMk cId="1914383342" sldId="257"/>
            <ac:spMk id="2" creationId="{5315F462-BEDA-F1D1-C699-986AED5A2665}"/>
          </ac:spMkLst>
        </pc:spChg>
        <pc:spChg chg="mod">
          <ac:chgData name="MIHAIL COSOR" userId="S::mihail.cosor@s.unibuc.ro::fea63176-5aa5-48f6-884e-8512d1f81347" providerId="AD" clId="Web-{47039545-9B23-C20C-E470-450C422C0F7C}" dt="2026-01-28T22:36:35.125" v="84" actId="20577"/>
          <ac:spMkLst>
            <pc:docMk/>
            <pc:sldMk cId="1914383342" sldId="257"/>
            <ac:spMk id="3" creationId="{50E20F2B-A74B-AC00-210B-00F201C9A824}"/>
          </ac:spMkLst>
        </pc:spChg>
      </pc:sldChg>
    </pc:docChg>
  </pc:docChgLst>
  <pc:docChgLst>
    <pc:chgData name="MIHAIL COSOR" userId="S::mihail.cosor@s.unibuc.ro::fea63176-5aa5-48f6-884e-8512d1f81347" providerId="AD" clId="Web-{6261FF5A-EE90-3723-D59A-10833D0C9A01}"/>
    <pc:docChg chg="mod addSld delSld modSld sldOrd addMainMaster delMainMaster">
      <pc:chgData name="MIHAIL COSOR" userId="S::mihail.cosor@s.unibuc.ro::fea63176-5aa5-48f6-884e-8512d1f81347" providerId="AD" clId="Web-{6261FF5A-EE90-3723-D59A-10833D0C9A01}" dt="2026-01-28T22:53:19.428" v="275" actId="20577"/>
      <pc:docMkLst>
        <pc:docMk/>
      </pc:docMkLst>
      <pc:sldChg chg="modSp mod modClrScheme chgLayout">
        <pc:chgData name="MIHAIL COSOR" userId="S::mihail.cosor@s.unibuc.ro::fea63176-5aa5-48f6-884e-8512d1f81347" providerId="AD" clId="Web-{6261FF5A-EE90-3723-D59A-10833D0C9A01}" dt="2026-01-28T22:50:54.010" v="248"/>
        <pc:sldMkLst>
          <pc:docMk/>
          <pc:sldMk cId="2499791184" sldId="256"/>
        </pc:sldMkLst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2499791184" sldId="256"/>
            <ac:spMk id="2" creationId="{00000000-0000-0000-0000-000000000000}"/>
          </ac:spMkLst>
        </pc:spChg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2499791184" sldId="256"/>
            <ac:spMk id="3" creationId="{00000000-0000-0000-0000-000000000000}"/>
          </ac:spMkLst>
        </pc:spChg>
      </pc:sldChg>
      <pc:sldChg chg="modSp mod modClrScheme chgLayout">
        <pc:chgData name="MIHAIL COSOR" userId="S::mihail.cosor@s.unibuc.ro::fea63176-5aa5-48f6-884e-8512d1f81347" providerId="AD" clId="Web-{6261FF5A-EE90-3723-D59A-10833D0C9A01}" dt="2026-01-28T22:51:59.482" v="257" actId="20577"/>
        <pc:sldMkLst>
          <pc:docMk/>
          <pc:sldMk cId="1914383342" sldId="257"/>
        </pc:sldMkLst>
        <pc:spChg chg="mod ord">
          <ac:chgData name="MIHAIL COSOR" userId="S::mihail.cosor@s.unibuc.ro::fea63176-5aa5-48f6-884e-8512d1f81347" providerId="AD" clId="Web-{6261FF5A-EE90-3723-D59A-10833D0C9A01}" dt="2026-01-28T22:51:40.153" v="253" actId="20577"/>
          <ac:spMkLst>
            <pc:docMk/>
            <pc:sldMk cId="1914383342" sldId="257"/>
            <ac:spMk id="2" creationId="{5315F462-BEDA-F1D1-C699-986AED5A2665}"/>
          </ac:spMkLst>
        </pc:spChg>
        <pc:spChg chg="mod ord">
          <ac:chgData name="MIHAIL COSOR" userId="S::mihail.cosor@s.unibuc.ro::fea63176-5aa5-48f6-884e-8512d1f81347" providerId="AD" clId="Web-{6261FF5A-EE90-3723-D59A-10833D0C9A01}" dt="2026-01-28T22:51:59.482" v="257" actId="20577"/>
          <ac:spMkLst>
            <pc:docMk/>
            <pc:sldMk cId="1914383342" sldId="257"/>
            <ac:spMk id="3" creationId="{50E20F2B-A74B-AC00-210B-00F201C9A824}"/>
          </ac:spMkLst>
        </pc:spChg>
      </pc:sldChg>
      <pc:sldChg chg="modSp add mod replId modClrScheme chgLayout">
        <pc:chgData name="MIHAIL COSOR" userId="S::mihail.cosor@s.unibuc.ro::fea63176-5aa5-48f6-884e-8512d1f81347" providerId="AD" clId="Web-{6261FF5A-EE90-3723-D59A-10833D0C9A01}" dt="2026-01-28T22:52:21.999" v="262" actId="20577"/>
        <pc:sldMkLst>
          <pc:docMk/>
          <pc:sldMk cId="1255013217" sldId="258"/>
        </pc:sldMkLst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1255013217" sldId="258"/>
            <ac:spMk id="2" creationId="{436FA2A6-7FA4-DC02-2D0A-A8FD7F43A406}"/>
          </ac:spMkLst>
        </pc:spChg>
        <pc:spChg chg="mod ord">
          <ac:chgData name="MIHAIL COSOR" userId="S::mihail.cosor@s.unibuc.ro::fea63176-5aa5-48f6-884e-8512d1f81347" providerId="AD" clId="Web-{6261FF5A-EE90-3723-D59A-10833D0C9A01}" dt="2026-01-28T22:52:21.999" v="262" actId="20577"/>
          <ac:spMkLst>
            <pc:docMk/>
            <pc:sldMk cId="1255013217" sldId="258"/>
            <ac:spMk id="3" creationId="{1DA6B1AE-AF94-6703-EC3B-E1B8E537EB62}"/>
          </ac:spMkLst>
        </pc:spChg>
      </pc:sldChg>
      <pc:sldChg chg="addSp delSp modSp add mod replId modClrScheme chgLayout">
        <pc:chgData name="MIHAIL COSOR" userId="S::mihail.cosor@s.unibuc.ro::fea63176-5aa5-48f6-884e-8512d1f81347" providerId="AD" clId="Web-{6261FF5A-EE90-3723-D59A-10833D0C9A01}" dt="2026-01-28T22:50:54.010" v="248"/>
        <pc:sldMkLst>
          <pc:docMk/>
          <pc:sldMk cId="738910890" sldId="259"/>
        </pc:sldMkLst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738910890" sldId="259"/>
            <ac:spMk id="2" creationId="{D7EDA833-F5FF-D803-467B-01B58BD6F249}"/>
          </ac:spMkLst>
        </pc:spChg>
        <pc:spChg chg="del mod">
          <ac:chgData name="MIHAIL COSOR" userId="S::mihail.cosor@s.unibuc.ro::fea63176-5aa5-48f6-884e-8512d1f81347" providerId="AD" clId="Web-{6261FF5A-EE90-3723-D59A-10833D0C9A01}" dt="2026-01-28T22:41:19.271" v="68"/>
          <ac:spMkLst>
            <pc:docMk/>
            <pc:sldMk cId="738910890" sldId="259"/>
            <ac:spMk id="3" creationId="{9161B0F8-CDF4-C331-9F18-E510A597B3F8}"/>
          </ac:spMkLst>
        </pc:spChg>
        <pc:picChg chg="add mod ord">
          <ac:chgData name="MIHAIL COSOR" userId="S::mihail.cosor@s.unibuc.ro::fea63176-5aa5-48f6-884e-8512d1f81347" providerId="AD" clId="Web-{6261FF5A-EE90-3723-D59A-10833D0C9A01}" dt="2026-01-28T22:50:54.010" v="248"/>
          <ac:picMkLst>
            <pc:docMk/>
            <pc:sldMk cId="738910890" sldId="259"/>
            <ac:picMk id="4" creationId="{22CE2D5F-8DBE-CF08-69DA-84FD19C37456}"/>
          </ac:picMkLst>
        </pc:picChg>
      </pc:sldChg>
      <pc:sldChg chg="modSp add mod ord replId modClrScheme chgLayout">
        <pc:chgData name="MIHAIL COSOR" userId="S::mihail.cosor@s.unibuc.ro::fea63176-5aa5-48f6-884e-8512d1f81347" providerId="AD" clId="Web-{6261FF5A-EE90-3723-D59A-10833D0C9A01}" dt="2026-01-28T22:52:52.972" v="268" actId="20577"/>
        <pc:sldMkLst>
          <pc:docMk/>
          <pc:sldMk cId="3526097240" sldId="260"/>
        </pc:sldMkLst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3526097240" sldId="260"/>
            <ac:spMk id="2" creationId="{A634A519-5875-392C-DBD3-22067FDF5053}"/>
          </ac:spMkLst>
        </pc:spChg>
        <pc:spChg chg="mod ord">
          <ac:chgData name="MIHAIL COSOR" userId="S::mihail.cosor@s.unibuc.ro::fea63176-5aa5-48f6-884e-8512d1f81347" providerId="AD" clId="Web-{6261FF5A-EE90-3723-D59A-10833D0C9A01}" dt="2026-01-28T22:52:52.972" v="268" actId="20577"/>
          <ac:spMkLst>
            <pc:docMk/>
            <pc:sldMk cId="3526097240" sldId="260"/>
            <ac:spMk id="3" creationId="{288A185F-29F1-CD14-5A5F-4B30FCD1DDE9}"/>
          </ac:spMkLst>
        </pc:spChg>
      </pc:sldChg>
      <pc:sldChg chg="addSp delSp modSp new mod setBg modClrScheme chgLayout">
        <pc:chgData name="MIHAIL COSOR" userId="S::mihail.cosor@s.unibuc.ro::fea63176-5aa5-48f6-884e-8512d1f81347" providerId="AD" clId="Web-{6261FF5A-EE90-3723-D59A-10833D0C9A01}" dt="2026-01-28T22:53:19.428" v="275" actId="20577"/>
        <pc:sldMkLst>
          <pc:docMk/>
          <pc:sldMk cId="1129029043" sldId="261"/>
        </pc:sldMkLst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1129029043" sldId="261"/>
            <ac:spMk id="2" creationId="{6BEC85AC-6FF0-2DEE-0D33-4A5A18CD536A}"/>
          </ac:spMkLst>
        </pc:spChg>
        <pc:spChg chg="mod ord">
          <ac:chgData name="MIHAIL COSOR" userId="S::mihail.cosor@s.unibuc.ro::fea63176-5aa5-48f6-884e-8512d1f81347" providerId="AD" clId="Web-{6261FF5A-EE90-3723-D59A-10833D0C9A01}" dt="2026-01-28T22:53:19.428" v="275" actId="20577"/>
          <ac:spMkLst>
            <pc:docMk/>
            <pc:sldMk cId="1129029043" sldId="261"/>
            <ac:spMk id="3" creationId="{36DC11CA-E344-01E2-03C6-F8EF7C21A1A5}"/>
          </ac:spMkLst>
        </pc:spChg>
        <pc:spChg chg="del mod">
          <ac:chgData name="MIHAIL COSOR" userId="S::mihail.cosor@s.unibuc.ro::fea63176-5aa5-48f6-884e-8512d1f81347" providerId="AD" clId="Web-{6261FF5A-EE90-3723-D59A-10833D0C9A01}" dt="2026-01-28T22:47:04.196" v="202"/>
          <ac:spMkLst>
            <pc:docMk/>
            <pc:sldMk cId="1129029043" sldId="261"/>
            <ac:spMk id="4" creationId="{79B65DD3-B167-6C67-75CD-0D32F419B3FB}"/>
          </ac:spMkLst>
        </pc:spChg>
        <pc:spChg chg="add del">
          <ac:chgData name="MIHAIL COSOR" userId="S::mihail.cosor@s.unibuc.ro::fea63176-5aa5-48f6-884e-8512d1f81347" providerId="AD" clId="Web-{6261FF5A-EE90-3723-D59A-10833D0C9A01}" dt="2026-01-28T22:47:34.824" v="206"/>
          <ac:spMkLst>
            <pc:docMk/>
            <pc:sldMk cId="1129029043" sldId="261"/>
            <ac:spMk id="10" creationId="{058A14AF-9FB5-4CC7-BA35-E8E85D3EDF0E}"/>
          </ac:spMkLst>
        </pc:spChg>
        <pc:spChg chg="add del">
          <ac:chgData name="MIHAIL COSOR" userId="S::mihail.cosor@s.unibuc.ro::fea63176-5aa5-48f6-884e-8512d1f81347" providerId="AD" clId="Web-{6261FF5A-EE90-3723-D59A-10833D0C9A01}" dt="2026-01-28T22:47:34.824" v="206"/>
          <ac:spMkLst>
            <pc:docMk/>
            <pc:sldMk cId="1129029043" sldId="261"/>
            <ac:spMk id="12" creationId="{3A9A4357-BD1D-4622-A4FE-766E6AB8DE84}"/>
          </ac:spMkLst>
        </pc:spChg>
        <pc:spChg chg="add del">
          <ac:chgData name="MIHAIL COSOR" userId="S::mihail.cosor@s.unibuc.ro::fea63176-5aa5-48f6-884e-8512d1f81347" providerId="AD" clId="Web-{6261FF5A-EE90-3723-D59A-10833D0C9A01}" dt="2026-01-28T22:47:34.824" v="206"/>
          <ac:spMkLst>
            <pc:docMk/>
            <pc:sldMk cId="1129029043" sldId="261"/>
            <ac:spMk id="14" creationId="{E659831F-0D9A-4C63-9EBB-8435B85A440F}"/>
          </ac:spMkLst>
        </pc:spChg>
        <pc:spChg chg="add del">
          <ac:chgData name="MIHAIL COSOR" userId="S::mihail.cosor@s.unibuc.ro::fea63176-5aa5-48f6-884e-8512d1f81347" providerId="AD" clId="Web-{6261FF5A-EE90-3723-D59A-10833D0C9A01}" dt="2026-01-28T22:47:34.824" v="206"/>
          <ac:spMkLst>
            <pc:docMk/>
            <pc:sldMk cId="1129029043" sldId="261"/>
            <ac:spMk id="16" creationId="{E6995CE5-F890-4ABA-82A2-26507CE8D2A3}"/>
          </ac:spMkLst>
        </pc:spChg>
        <pc:picChg chg="add mod ord">
          <ac:chgData name="MIHAIL COSOR" userId="S::mihail.cosor@s.unibuc.ro::fea63176-5aa5-48f6-884e-8512d1f81347" providerId="AD" clId="Web-{6261FF5A-EE90-3723-D59A-10833D0C9A01}" dt="2026-01-28T22:50:54.010" v="248"/>
          <ac:picMkLst>
            <pc:docMk/>
            <pc:sldMk cId="1129029043" sldId="261"/>
            <ac:picMk id="5" creationId="{11AF203F-7537-4545-C792-B4C3790D97FE}"/>
          </ac:picMkLst>
        </pc:picChg>
      </pc:sldChg>
      <pc:sldChg chg="new del">
        <pc:chgData name="MIHAIL COSOR" userId="S::mihail.cosor@s.unibuc.ro::fea63176-5aa5-48f6-884e-8512d1f81347" providerId="AD" clId="Web-{6261FF5A-EE90-3723-D59A-10833D0C9A01}" dt="2026-01-28T22:44:15.377" v="114"/>
        <pc:sldMkLst>
          <pc:docMk/>
          <pc:sldMk cId="1952374450" sldId="261"/>
        </pc:sldMkLst>
      </pc:sldChg>
      <pc:sldChg chg="modSp add del replId">
        <pc:chgData name="MIHAIL COSOR" userId="S::mihail.cosor@s.unibuc.ro::fea63176-5aa5-48f6-884e-8512d1f81347" providerId="AD" clId="Web-{6261FF5A-EE90-3723-D59A-10833D0C9A01}" dt="2026-01-28T22:44:10.985" v="112"/>
        <pc:sldMkLst>
          <pc:docMk/>
          <pc:sldMk cId="3339901056" sldId="261"/>
        </pc:sldMkLst>
        <pc:spChg chg="mod">
          <ac:chgData name="MIHAIL COSOR" userId="S::mihail.cosor@s.unibuc.ro::fea63176-5aa5-48f6-884e-8512d1f81347" providerId="AD" clId="Web-{6261FF5A-EE90-3723-D59A-10833D0C9A01}" dt="2026-01-28T22:44:09.407" v="111" actId="20577"/>
          <ac:spMkLst>
            <pc:docMk/>
            <pc:sldMk cId="3339901056" sldId="261"/>
            <ac:spMk id="2" creationId="{9FC03714-1D1B-8F03-5323-168D87AC71AF}"/>
          </ac:spMkLst>
        </pc:spChg>
      </pc:sldChg>
      <pc:sldChg chg="modSp add mod ord replId modClrScheme chgLayout">
        <pc:chgData name="MIHAIL COSOR" userId="S::mihail.cosor@s.unibuc.ro::fea63176-5aa5-48f6-884e-8512d1f81347" providerId="AD" clId="Web-{6261FF5A-EE90-3723-D59A-10833D0C9A01}" dt="2026-01-28T22:50:54.010" v="248"/>
        <pc:sldMkLst>
          <pc:docMk/>
          <pc:sldMk cId="3897244779" sldId="262"/>
        </pc:sldMkLst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3897244779" sldId="262"/>
            <ac:spMk id="2" creationId="{32612B47-9ADE-16B0-DB68-6F1717E427F7}"/>
          </ac:spMkLst>
        </pc:spChg>
        <pc:spChg chg="mod ord">
          <ac:chgData name="MIHAIL COSOR" userId="S::mihail.cosor@s.unibuc.ro::fea63176-5aa5-48f6-884e-8512d1f81347" providerId="AD" clId="Web-{6261FF5A-EE90-3723-D59A-10833D0C9A01}" dt="2026-01-28T22:50:54.010" v="248"/>
          <ac:spMkLst>
            <pc:docMk/>
            <pc:sldMk cId="3897244779" sldId="262"/>
            <ac:spMk id="3" creationId="{EC82D1D8-BD1E-077F-3719-6860E0512C79}"/>
          </ac:spMkLst>
        </pc:spChg>
      </pc:sldChg>
      <pc:sldMasterChg chg="add del addSldLayout delSldLayout">
        <pc:chgData name="MIHAIL COSOR" userId="S::mihail.cosor@s.unibuc.ro::fea63176-5aa5-48f6-884e-8512d1f81347" providerId="AD" clId="Web-{6261FF5A-EE90-3723-D59A-10833D0C9A01}" dt="2026-01-28T22:50:54.010" v="248"/>
        <pc:sldMasterMkLst>
          <pc:docMk/>
          <pc:sldMasterMk cId="2934950202" sldId="2147483648"/>
        </pc:sldMasterMkLst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106736027" sldId="2147483649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2792769509" sldId="2147483650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2703149142" sldId="2147483651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4139618703" sldId="2147483652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3652911608" sldId="2147483653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3836998024" sldId="2147483654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1895968748" sldId="2147483655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2243803359" sldId="2147483656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1525016920" sldId="2147483657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881899748" sldId="2147483658"/>
          </pc:sldLayoutMkLst>
        </pc:sldLayoutChg>
        <pc:sldLayoutChg chg="add del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934950202" sldId="2147483648"/>
            <pc:sldLayoutMk cId="3668357131" sldId="2147483659"/>
          </pc:sldLayoutMkLst>
        </pc:sldLayoutChg>
      </pc:sldMasterChg>
      <pc:sldMasterChg chg="add del addSldLayout delSldLayout modSldLayout">
        <pc:chgData name="MIHAIL COSOR" userId="S::mihail.cosor@s.unibuc.ro::fea63176-5aa5-48f6-884e-8512d1f81347" providerId="AD" clId="Web-{6261FF5A-EE90-3723-D59A-10833D0C9A01}" dt="2026-01-28T22:50:54.010" v="248"/>
        <pc:sldMasterMkLst>
          <pc:docMk/>
          <pc:sldMasterMk cId="256250107" sldId="2147483660"/>
        </pc:sldMasterMkLst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701957373" sldId="2147483661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4050809469" sldId="2147483662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2076795390" sldId="2147483663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3096955635" sldId="2147483664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851558564" sldId="2147483665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2392599605" sldId="2147483666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4218052759" sldId="2147483667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1709346321" sldId="2147483668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1778159923" sldId="2147483669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2703700471" sldId="2147483670"/>
          </pc:sldLayoutMkLst>
        </pc:sldLayoutChg>
        <pc:sldLayoutChg chg="add del mod replId">
          <pc:chgData name="MIHAIL COSOR" userId="S::mihail.cosor@s.unibuc.ro::fea63176-5aa5-48f6-884e-8512d1f81347" providerId="AD" clId="Web-{6261FF5A-EE90-3723-D59A-10833D0C9A01}" dt="2026-01-28T22:50:54.010" v="248"/>
          <pc:sldLayoutMkLst>
            <pc:docMk/>
            <pc:sldMasterMk cId="256250107" sldId="2147483660"/>
            <pc:sldLayoutMk cId="1916390240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Clic pentru editare stil titlu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Clic pentru a edita stilul de subtitlu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673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276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Clic pentru editare stil titlu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314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39618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291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699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596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Clic pentru editare stil titlu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380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Clic pentru editare stil titlu</a:t>
            </a:r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250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189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835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Clic pentru editare stil titlu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Clic pentru editare stiluri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3E8AD-4F80-492A-97A9-79DD5BB5D54F}" type="datetimeFigureOut">
              <a:rPr lang="ro-RO" smtClean="0"/>
              <a:t>28.01.2026</a:t>
            </a:fld>
            <a:endParaRPr lang="ro-RO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495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core/aggregation-pipeline/" TargetMode="External"/><Relationship Id="rId2" Type="http://schemas.openxmlformats.org/officeDocument/2006/relationships/hyperlink" Target="https://redis.io/doc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dirty="0">
                <a:solidFill>
                  <a:srgbClr val="000000"/>
                </a:solidFill>
                <a:ea typeface="+mj-lt"/>
                <a:cs typeface="+mj-lt"/>
              </a:rPr>
              <a:t>Social Media </a:t>
            </a:r>
            <a:r>
              <a:rPr lang="ro-RO" dirty="0" err="1">
                <a:solidFill>
                  <a:srgbClr val="000000"/>
                </a:solidFill>
                <a:ea typeface="+mj-lt"/>
                <a:cs typeface="+mj-lt"/>
              </a:rPr>
              <a:t>Feed</a:t>
            </a:r>
            <a:r>
              <a:rPr lang="ro-RO" dirty="0">
                <a:solidFill>
                  <a:srgbClr val="000000"/>
                </a:solidFill>
                <a:ea typeface="+mj-lt"/>
                <a:cs typeface="+mj-lt"/>
              </a:rPr>
              <a:t> </a:t>
            </a:r>
            <a:r>
              <a:rPr lang="ro-RO" dirty="0" err="1">
                <a:solidFill>
                  <a:srgbClr val="000000"/>
                </a:solidFill>
                <a:ea typeface="+mj-lt"/>
                <a:cs typeface="+mj-lt"/>
              </a:rPr>
              <a:t>Engine</a:t>
            </a:r>
            <a:r>
              <a:rPr lang="ro-RO" dirty="0">
                <a:solidFill>
                  <a:srgbClr val="000000"/>
                </a:solidFill>
                <a:ea typeface="+mj-lt"/>
                <a:cs typeface="+mj-lt"/>
              </a:rPr>
              <a:t>: Arhitectura Redis si </a:t>
            </a:r>
            <a:r>
              <a:rPr lang="ro-RO" dirty="0" err="1">
                <a:solidFill>
                  <a:srgbClr val="000000"/>
                </a:solidFill>
                <a:ea typeface="+mj-lt"/>
                <a:cs typeface="+mj-lt"/>
              </a:rPr>
              <a:t>MongoDB</a:t>
            </a:r>
            <a:endParaRPr lang="ro-RO" dirty="0" err="1"/>
          </a:p>
          <a:p>
            <a:endParaRPr lang="ro-RO" dirty="0">
              <a:solidFill>
                <a:srgbClr val="000000"/>
              </a:solidFill>
            </a:endParaRP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524000" y="4497388"/>
            <a:ext cx="9144000" cy="165576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ro-RO" dirty="0"/>
              <a:t>Student: Cosor Mihail</a:t>
            </a:r>
          </a:p>
          <a:p>
            <a:r>
              <a:rPr lang="ro-RO" dirty="0"/>
              <a:t>Grupa: 343</a:t>
            </a:r>
          </a:p>
          <a:p>
            <a:endParaRPr lang="ro-RO" dirty="0"/>
          </a:p>
          <a:p>
            <a:r>
              <a:rPr lang="ro-RO" dirty="0"/>
              <a:t>Curs: </a:t>
            </a:r>
            <a:r>
              <a:rPr lang="ro-RO" dirty="0">
                <a:ea typeface="+mn-lt"/>
                <a:cs typeface="+mn-lt"/>
              </a:rPr>
              <a:t>Baze de date, de la </a:t>
            </a:r>
            <a:r>
              <a:rPr lang="ro-RO" dirty="0" err="1">
                <a:ea typeface="+mn-lt"/>
                <a:cs typeface="+mn-lt"/>
              </a:rPr>
              <a:t>NoSql</a:t>
            </a:r>
            <a:r>
              <a:rPr lang="ro-RO" dirty="0">
                <a:ea typeface="+mn-lt"/>
                <a:cs typeface="+mn-lt"/>
              </a:rPr>
              <a:t> la Vector </a:t>
            </a:r>
            <a:r>
              <a:rPr lang="ro-RO" dirty="0" err="1">
                <a:ea typeface="+mn-lt"/>
                <a:cs typeface="+mn-lt"/>
              </a:rPr>
              <a:t>DBs</a:t>
            </a:r>
            <a:endParaRPr lang="ro-RO" dirty="0">
              <a:ea typeface="+mn-lt"/>
              <a:cs typeface="+mn-lt"/>
            </a:endParaRPr>
          </a:p>
          <a:p>
            <a:r>
              <a:rPr lang="ro-RO" dirty="0">
                <a:ea typeface="+mn-lt"/>
                <a:cs typeface="+mn-lt"/>
              </a:rPr>
              <a:t>Tema: </a:t>
            </a:r>
            <a:r>
              <a:rPr lang="ro-RO" dirty="0" err="1">
                <a:ea typeface="+mn-lt"/>
                <a:cs typeface="+mn-lt"/>
              </a:rPr>
              <a:t>Caching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and</a:t>
            </a:r>
            <a:r>
              <a:rPr lang="ro-RO" dirty="0">
                <a:ea typeface="+mn-lt"/>
                <a:cs typeface="+mn-lt"/>
              </a:rPr>
              <a:t> data </a:t>
            </a:r>
            <a:r>
              <a:rPr lang="ro-RO" dirty="0" err="1">
                <a:ea typeface="+mn-lt"/>
                <a:cs typeface="+mn-lt"/>
              </a:rPr>
              <a:t>acceleration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with</a:t>
            </a:r>
            <a:r>
              <a:rPr lang="ro-RO" dirty="0">
                <a:ea typeface="+mn-lt"/>
                <a:cs typeface="+mn-lt"/>
              </a:rPr>
              <a:t> Redis   </a:t>
            </a:r>
          </a:p>
          <a:p>
            <a:endParaRPr lang="ro-RO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315F462-BEDA-F1D1-C699-986AED5A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ea typeface="+mj-lt"/>
                <a:cs typeface="+mj-lt"/>
              </a:rPr>
              <a:t>Problema identificata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0E20F2B-A74B-AC00-210B-00F201C9A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o-RO" b="1" dirty="0">
                <a:ea typeface="+mn-lt"/>
                <a:cs typeface="+mn-lt"/>
              </a:rPr>
              <a:t>De ce se </a:t>
            </a:r>
            <a:r>
              <a:rPr lang="ro-RO" b="1" dirty="0" err="1">
                <a:ea typeface="+mn-lt"/>
                <a:cs typeface="+mn-lt"/>
              </a:rPr>
              <a:t>incarca</a:t>
            </a:r>
            <a:r>
              <a:rPr lang="ro-RO" b="1" dirty="0">
                <a:ea typeface="+mn-lt"/>
                <a:cs typeface="+mn-lt"/>
              </a:rPr>
              <a:t> greu un </a:t>
            </a:r>
            <a:r>
              <a:rPr lang="ro-RO" b="1" dirty="0" err="1">
                <a:ea typeface="+mn-lt"/>
                <a:cs typeface="+mn-lt"/>
              </a:rPr>
              <a:t>feed</a:t>
            </a:r>
            <a:endParaRPr lang="ro-RO" b="1" dirty="0" err="1"/>
          </a:p>
          <a:p>
            <a:r>
              <a:rPr lang="ro-RO" dirty="0" err="1">
                <a:ea typeface="+mn-lt"/>
                <a:cs typeface="+mn-lt"/>
              </a:rPr>
              <a:t>Intr</a:t>
            </a:r>
            <a:r>
              <a:rPr lang="ro-RO" dirty="0">
                <a:ea typeface="+mn-lt"/>
                <a:cs typeface="+mn-lt"/>
              </a:rPr>
              <a:t>-o </a:t>
            </a:r>
            <a:r>
              <a:rPr lang="ro-RO" dirty="0" err="1">
                <a:ea typeface="+mn-lt"/>
                <a:cs typeface="+mn-lt"/>
              </a:rPr>
              <a:t>retea</a:t>
            </a:r>
            <a:r>
              <a:rPr lang="ro-RO" dirty="0">
                <a:ea typeface="+mn-lt"/>
                <a:cs typeface="+mn-lt"/>
              </a:rPr>
              <a:t> sociala, utilizatorii citesc mult mai mult </a:t>
            </a:r>
            <a:r>
              <a:rPr lang="ro-RO" dirty="0" err="1">
                <a:ea typeface="+mn-lt"/>
                <a:cs typeface="+mn-lt"/>
              </a:rPr>
              <a:t>decat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posteaza</a:t>
            </a:r>
            <a:r>
              <a:rPr lang="ro-RO" dirty="0">
                <a:ea typeface="+mn-lt"/>
                <a:cs typeface="+mn-lt"/>
              </a:rPr>
              <a:t> (</a:t>
            </a:r>
            <a:r>
              <a:rPr lang="ro-RO" b="1" dirty="0" err="1">
                <a:ea typeface="+mn-lt"/>
                <a:cs typeface="+mn-lt"/>
              </a:rPr>
              <a:t>Read-Heavy</a:t>
            </a:r>
            <a:r>
              <a:rPr lang="ro-RO" dirty="0">
                <a:ea typeface="+mn-lt"/>
                <a:cs typeface="+mn-lt"/>
              </a:rPr>
              <a:t>).</a:t>
            </a:r>
          </a:p>
          <a:p>
            <a:r>
              <a:rPr lang="ro-RO" dirty="0">
                <a:ea typeface="+mn-lt"/>
                <a:cs typeface="+mn-lt"/>
              </a:rPr>
              <a:t>Metoda clasica (</a:t>
            </a:r>
            <a:r>
              <a:rPr lang="ro-RO" b="1" dirty="0" err="1">
                <a:ea typeface="+mn-lt"/>
                <a:cs typeface="+mn-lt"/>
              </a:rPr>
              <a:t>Pull</a:t>
            </a:r>
            <a:r>
              <a:rPr lang="ro-RO" b="1" dirty="0">
                <a:ea typeface="+mn-lt"/>
                <a:cs typeface="+mn-lt"/>
              </a:rPr>
              <a:t> Model</a:t>
            </a:r>
            <a:r>
              <a:rPr lang="ro-RO" dirty="0">
                <a:ea typeface="+mn-lt"/>
                <a:cs typeface="+mn-lt"/>
              </a:rPr>
              <a:t>) </a:t>
            </a:r>
            <a:r>
              <a:rPr lang="ro-RO" dirty="0" err="1">
                <a:ea typeface="+mn-lt"/>
                <a:cs typeface="+mn-lt"/>
              </a:rPr>
              <a:t>cauta</a:t>
            </a:r>
            <a:r>
              <a:rPr lang="ro-RO" dirty="0">
                <a:ea typeface="+mn-lt"/>
                <a:cs typeface="+mn-lt"/>
              </a:rPr>
              <a:t> in toata baza de date la fiecare </a:t>
            </a:r>
            <a:r>
              <a:rPr lang="ro-RO" dirty="0" err="1">
                <a:ea typeface="+mn-lt"/>
                <a:cs typeface="+mn-lt"/>
              </a:rPr>
              <a:t>refresh</a:t>
            </a:r>
            <a:r>
              <a:rPr lang="ro-RO" dirty="0">
                <a:ea typeface="+mn-lt"/>
                <a:cs typeface="+mn-lt"/>
              </a:rPr>
              <a:t>.</a:t>
            </a:r>
          </a:p>
          <a:p>
            <a:r>
              <a:rPr lang="ro-RO" b="1" dirty="0" err="1">
                <a:ea typeface="+mn-lt"/>
                <a:cs typeface="+mn-lt"/>
              </a:rPr>
              <a:t>MongoDB</a:t>
            </a:r>
            <a:r>
              <a:rPr lang="ro-RO" b="1" dirty="0">
                <a:ea typeface="+mn-lt"/>
                <a:cs typeface="+mn-lt"/>
              </a:rPr>
              <a:t> </a:t>
            </a:r>
            <a:r>
              <a:rPr lang="ro-RO" dirty="0">
                <a:ea typeface="+mn-lt"/>
                <a:cs typeface="+mn-lt"/>
              </a:rPr>
              <a:t>(pe disc) devine lent </a:t>
            </a:r>
            <a:r>
              <a:rPr lang="ro-RO" dirty="0" err="1">
                <a:ea typeface="+mn-lt"/>
                <a:cs typeface="+mn-lt"/>
              </a:rPr>
              <a:t>cand</a:t>
            </a:r>
            <a:r>
              <a:rPr lang="ro-RO" dirty="0">
                <a:ea typeface="+mn-lt"/>
                <a:cs typeface="+mn-lt"/>
              </a:rPr>
              <a:t> trebuie sa filtreze si sa sorteze milioane de </a:t>
            </a:r>
            <a:r>
              <a:rPr lang="ro-RO" dirty="0" err="1">
                <a:ea typeface="+mn-lt"/>
                <a:cs typeface="+mn-lt"/>
              </a:rPr>
              <a:t>postari</a:t>
            </a:r>
            <a:r>
              <a:rPr lang="ro-RO" dirty="0">
                <a:ea typeface="+mn-lt"/>
                <a:cs typeface="+mn-lt"/>
              </a:rPr>
              <a:t>.</a:t>
            </a:r>
          </a:p>
          <a:p>
            <a:r>
              <a:rPr lang="ro-RO" dirty="0">
                <a:ea typeface="+mn-lt"/>
                <a:cs typeface="+mn-lt"/>
              </a:rPr>
              <a:t>Rezultat: Timpi mari de </a:t>
            </a:r>
            <a:r>
              <a:rPr lang="ro-RO" dirty="0" err="1">
                <a:ea typeface="+mn-lt"/>
                <a:cs typeface="+mn-lt"/>
              </a:rPr>
              <a:t>asteptare</a:t>
            </a:r>
            <a:r>
              <a:rPr lang="ro-RO" dirty="0">
                <a:ea typeface="+mn-lt"/>
                <a:cs typeface="+mn-lt"/>
              </a:rPr>
              <a:t> si consum mare de procesor.</a:t>
            </a:r>
          </a:p>
          <a:p>
            <a:endParaRPr lang="ro-RO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438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0776-4188-EDC0-7CE2-41091E66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36FA2A6-7FA4-DC02-2D0A-A8FD7F43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>
                <a:ea typeface="+mj-lt"/>
                <a:cs typeface="+mj-lt"/>
              </a:rPr>
              <a:t>Solutia</a:t>
            </a:r>
            <a:r>
              <a:rPr lang="ro-RO" dirty="0">
                <a:ea typeface="+mj-lt"/>
                <a:cs typeface="+mj-lt"/>
              </a:rPr>
              <a:t> – </a:t>
            </a:r>
            <a:r>
              <a:rPr lang="ro-RO" dirty="0" err="1">
                <a:ea typeface="+mj-lt"/>
                <a:cs typeface="+mj-lt"/>
              </a:rPr>
              <a:t>Caching</a:t>
            </a:r>
            <a:r>
              <a:rPr lang="ro-RO" dirty="0">
                <a:ea typeface="+mj-lt"/>
                <a:cs typeface="+mj-lt"/>
              </a:rPr>
              <a:t> de </a:t>
            </a:r>
            <a:r>
              <a:rPr lang="ro-RO" dirty="0" err="1">
                <a:ea typeface="+mj-lt"/>
                <a:cs typeface="+mj-lt"/>
              </a:rPr>
              <a:t>feed</a:t>
            </a:r>
            <a:endParaRPr lang="ro-RO" dirty="0" err="1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DA6B1AE-AF94-6703-EC3B-E1B8E537E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o-RO" b="1" dirty="0">
                <a:ea typeface="+mn-lt"/>
                <a:cs typeface="+mn-lt"/>
              </a:rPr>
              <a:t>Cum am rezolvat problema</a:t>
            </a:r>
          </a:p>
          <a:p>
            <a:r>
              <a:rPr lang="ro-RO" dirty="0">
                <a:ea typeface="+mn-lt"/>
                <a:cs typeface="+mn-lt"/>
              </a:rPr>
              <a:t>Am </a:t>
            </a:r>
            <a:r>
              <a:rPr lang="ro-RO" dirty="0" err="1">
                <a:ea typeface="+mn-lt"/>
                <a:cs typeface="+mn-lt"/>
              </a:rPr>
              <a:t>pastrat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b="1" dirty="0" err="1">
                <a:ea typeface="+mn-lt"/>
                <a:cs typeface="+mn-lt"/>
              </a:rPr>
              <a:t>MongoDB</a:t>
            </a:r>
            <a:r>
              <a:rPr lang="ro-RO" b="1" dirty="0">
                <a:ea typeface="+mn-lt"/>
                <a:cs typeface="+mn-lt"/>
              </a:rPr>
              <a:t> </a:t>
            </a:r>
            <a:r>
              <a:rPr lang="ro-RO" dirty="0">
                <a:ea typeface="+mn-lt"/>
                <a:cs typeface="+mn-lt"/>
              </a:rPr>
              <a:t>doar pentru persistenta pe disc.</a:t>
            </a:r>
          </a:p>
          <a:p>
            <a:r>
              <a:rPr lang="ro-RO" dirty="0">
                <a:ea typeface="+mn-lt"/>
                <a:cs typeface="+mn-lt"/>
              </a:rPr>
              <a:t>Am </a:t>
            </a:r>
            <a:r>
              <a:rPr lang="ro-RO" dirty="0" err="1">
                <a:ea typeface="+mn-lt"/>
                <a:cs typeface="+mn-lt"/>
              </a:rPr>
              <a:t>adaugat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b="1" dirty="0">
                <a:ea typeface="+mn-lt"/>
                <a:cs typeface="+mn-lt"/>
              </a:rPr>
              <a:t>Redis </a:t>
            </a:r>
            <a:r>
              <a:rPr lang="ro-RO" dirty="0">
                <a:ea typeface="+mn-lt"/>
                <a:cs typeface="+mn-lt"/>
              </a:rPr>
              <a:t>ca strat de viteza (in memorie).</a:t>
            </a:r>
          </a:p>
          <a:p>
            <a:r>
              <a:rPr lang="ro-RO" dirty="0">
                <a:ea typeface="+mn-lt"/>
                <a:cs typeface="+mn-lt"/>
              </a:rPr>
              <a:t>Strategia </a:t>
            </a:r>
            <a:r>
              <a:rPr lang="ro-RO" b="1" dirty="0">
                <a:ea typeface="+mn-lt"/>
                <a:cs typeface="+mn-lt"/>
              </a:rPr>
              <a:t>Fan-out on </a:t>
            </a:r>
            <a:r>
              <a:rPr lang="ro-RO" b="1" dirty="0" err="1">
                <a:ea typeface="+mn-lt"/>
                <a:cs typeface="+mn-lt"/>
              </a:rPr>
              <a:t>Write</a:t>
            </a:r>
            <a:r>
              <a:rPr lang="ro-RO" dirty="0">
                <a:ea typeface="+mn-lt"/>
                <a:cs typeface="+mn-lt"/>
              </a:rPr>
              <a:t>:</a:t>
            </a:r>
            <a:endParaRPr lang="ro-RO" dirty="0"/>
          </a:p>
          <a:p>
            <a:pPr lvl="1">
              <a:buFont typeface="Wingdings" panose="020B0604020202020204" pitchFamily="34" charset="0"/>
              <a:buChar char="q"/>
            </a:pPr>
            <a:r>
              <a:rPr lang="ro-RO" dirty="0">
                <a:ea typeface="+mn-lt"/>
                <a:cs typeface="+mn-lt"/>
              </a:rPr>
              <a:t>Nu calculam </a:t>
            </a:r>
            <a:r>
              <a:rPr lang="ro-RO" dirty="0" err="1">
                <a:ea typeface="+mn-lt"/>
                <a:cs typeface="+mn-lt"/>
              </a:rPr>
              <a:t>feed-ul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cand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userul</a:t>
            </a:r>
            <a:r>
              <a:rPr lang="ro-RO" dirty="0">
                <a:ea typeface="+mn-lt"/>
                <a:cs typeface="+mn-lt"/>
              </a:rPr>
              <a:t> intra pe site.</a:t>
            </a:r>
            <a:endParaRPr lang="ro-RO"/>
          </a:p>
          <a:p>
            <a:pPr lvl="1">
              <a:buFont typeface="Wingdings" panose="020B0604020202020204" pitchFamily="34" charset="0"/>
              <a:buChar char="q"/>
            </a:pPr>
            <a:r>
              <a:rPr lang="ro-RO" dirty="0">
                <a:ea typeface="+mn-lt"/>
                <a:cs typeface="+mn-lt"/>
              </a:rPr>
              <a:t>Calculam </a:t>
            </a:r>
            <a:r>
              <a:rPr lang="ro-RO" dirty="0" err="1">
                <a:ea typeface="+mn-lt"/>
                <a:cs typeface="+mn-lt"/>
              </a:rPr>
              <a:t>feed-ul</a:t>
            </a:r>
            <a:r>
              <a:rPr lang="ro-RO" dirty="0">
                <a:ea typeface="+mn-lt"/>
                <a:cs typeface="+mn-lt"/>
              </a:rPr>
              <a:t> in momentul in care cineva </a:t>
            </a:r>
            <a:r>
              <a:rPr lang="ro-RO" dirty="0" err="1">
                <a:ea typeface="+mn-lt"/>
                <a:cs typeface="+mn-lt"/>
              </a:rPr>
              <a:t>posteaza</a:t>
            </a:r>
            <a:r>
              <a:rPr lang="ro-RO" dirty="0">
                <a:ea typeface="+mn-lt"/>
                <a:cs typeface="+mn-lt"/>
              </a:rPr>
              <a:t>.</a:t>
            </a:r>
          </a:p>
          <a:p>
            <a:pPr lvl="1">
              <a:buFont typeface="Wingdings" panose="020B0604020202020204" pitchFamily="34" charset="0"/>
              <a:buChar char="q"/>
            </a:pPr>
            <a:r>
              <a:rPr lang="ro-RO" dirty="0">
                <a:ea typeface="+mn-lt"/>
                <a:cs typeface="+mn-lt"/>
              </a:rPr>
              <a:t>Datele sunt deja </a:t>
            </a:r>
            <a:r>
              <a:rPr lang="ro-RO" dirty="0" err="1">
                <a:ea typeface="+mn-lt"/>
                <a:cs typeface="+mn-lt"/>
              </a:rPr>
              <a:t>pregatite</a:t>
            </a:r>
            <a:r>
              <a:rPr lang="ro-RO" dirty="0">
                <a:ea typeface="+mn-lt"/>
                <a:cs typeface="+mn-lt"/>
              </a:rPr>
              <a:t> in memorie (RAM) </a:t>
            </a:r>
            <a:r>
              <a:rPr lang="ro-RO" dirty="0" err="1">
                <a:ea typeface="+mn-lt"/>
                <a:cs typeface="+mn-lt"/>
              </a:rPr>
              <a:t>cand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userul</a:t>
            </a:r>
            <a:r>
              <a:rPr lang="ro-RO" dirty="0">
                <a:ea typeface="+mn-lt"/>
                <a:cs typeface="+mn-lt"/>
              </a:rPr>
              <a:t> le cere.</a:t>
            </a:r>
          </a:p>
          <a:p>
            <a:endParaRPr lang="ro-RO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501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20324-005C-08E6-9F8F-497E20F4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7EDA833-F5FF-D803-467B-01B58BD6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ea typeface="+mj-lt"/>
                <a:cs typeface="+mj-lt"/>
              </a:rPr>
              <a:t>Arhitectura sistemului</a:t>
            </a:r>
            <a:endParaRPr lang="ro-RO" dirty="0"/>
          </a:p>
        </p:txBody>
      </p:sp>
      <p:pic>
        <p:nvPicPr>
          <p:cNvPr id="4" name="Substituent conținut 3" descr="O imagine care conține text, diagramă, Plan, schiță&#10;&#10;Conținutul generat de inteligența artificială poate fi incorect.">
            <a:extLst>
              <a:ext uri="{FF2B5EF4-FFF2-40B4-BE49-F238E27FC236}">
                <a16:creationId xmlns:a16="http://schemas.microsoft.com/office/drawing/2014/main" id="{22CE2D5F-8DBE-CF08-69DA-84FD19C37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2070364"/>
            <a:ext cx="9290136" cy="337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1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8DD1-3AF5-626A-4DEE-F470EE4A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34A519-5875-392C-DBD3-22067FD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ea typeface="+mj-lt"/>
                <a:cs typeface="+mj-lt"/>
              </a:rPr>
              <a:t>Implementare cache-ului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88A185F-29F1-CD14-5A5F-4B30FCD1D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o-RO" b="1" dirty="0">
                <a:ea typeface="+mn-lt"/>
                <a:cs typeface="+mn-lt"/>
              </a:rPr>
              <a:t>Ce structuri Redis am folosit</a:t>
            </a:r>
          </a:p>
          <a:p>
            <a:r>
              <a:rPr lang="ro-RO" dirty="0">
                <a:ea typeface="+mn-lt"/>
                <a:cs typeface="+mn-lt"/>
              </a:rPr>
              <a:t>Nu am folosit </a:t>
            </a:r>
            <a:r>
              <a:rPr lang="ro-RO" b="1" dirty="0">
                <a:ea typeface="+mn-lt"/>
                <a:cs typeface="+mn-lt"/>
              </a:rPr>
              <a:t>Redis </a:t>
            </a:r>
            <a:r>
              <a:rPr lang="ro-RO" dirty="0">
                <a:ea typeface="+mn-lt"/>
                <a:cs typeface="+mn-lt"/>
              </a:rPr>
              <a:t>doar ca un simplu cache (</a:t>
            </a:r>
            <a:r>
              <a:rPr lang="ro-RO" dirty="0" err="1">
                <a:ea typeface="+mn-lt"/>
                <a:cs typeface="+mn-lt"/>
              </a:rPr>
              <a:t>Key-Value</a:t>
            </a:r>
            <a:r>
              <a:rPr lang="ro-RO" dirty="0">
                <a:ea typeface="+mn-lt"/>
                <a:cs typeface="+mn-lt"/>
              </a:rPr>
              <a:t>), ci am folosit structuri avansate:</a:t>
            </a:r>
          </a:p>
          <a:p>
            <a:pPr marL="914400" lvl="1" indent="-457200">
              <a:buAutoNum type="arabicPeriod"/>
            </a:pPr>
            <a:r>
              <a:rPr lang="ro-RO" b="1" err="1">
                <a:ea typeface="+mn-lt"/>
                <a:cs typeface="+mn-lt"/>
              </a:rPr>
              <a:t>Lists</a:t>
            </a:r>
            <a:r>
              <a:rPr lang="ro-RO" err="1">
                <a:ea typeface="+mn-lt"/>
                <a:cs typeface="+mn-lt"/>
              </a:rPr>
              <a:t>:Pentru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err="1">
                <a:ea typeface="+mn-lt"/>
                <a:cs typeface="+mn-lt"/>
              </a:rPr>
              <a:t>Timeline-ul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err="1">
                <a:ea typeface="+mn-lt"/>
                <a:cs typeface="+mn-lt"/>
              </a:rPr>
              <a:t>fiecarui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err="1">
                <a:ea typeface="+mn-lt"/>
                <a:cs typeface="+mn-lt"/>
              </a:rPr>
              <a:t>user</a:t>
            </a:r>
            <a:r>
              <a:rPr lang="ro-RO" dirty="0">
                <a:ea typeface="+mn-lt"/>
                <a:cs typeface="+mn-lt"/>
              </a:rPr>
              <a:t> (LIFO - ultimele </a:t>
            </a:r>
            <a:r>
              <a:rPr lang="ro-RO" err="1">
                <a:ea typeface="+mn-lt"/>
                <a:cs typeface="+mn-lt"/>
              </a:rPr>
              <a:t>postari</a:t>
            </a:r>
            <a:r>
              <a:rPr lang="ro-RO" dirty="0">
                <a:ea typeface="+mn-lt"/>
                <a:cs typeface="+mn-lt"/>
              </a:rPr>
              <a:t>).</a:t>
            </a:r>
          </a:p>
          <a:p>
            <a:pPr marL="914400" lvl="1" indent="-457200">
              <a:buAutoNum type="arabicPeriod"/>
            </a:pPr>
            <a:r>
              <a:rPr lang="ro-RO" b="1" dirty="0" err="1">
                <a:ea typeface="+mn-lt"/>
                <a:cs typeface="+mn-lt"/>
              </a:rPr>
              <a:t>Hashes</a:t>
            </a:r>
            <a:r>
              <a:rPr lang="ro-RO" dirty="0" err="1">
                <a:ea typeface="+mn-lt"/>
                <a:cs typeface="+mn-lt"/>
              </a:rPr>
              <a:t>:Pentru</a:t>
            </a:r>
            <a:r>
              <a:rPr lang="ro-RO" dirty="0">
                <a:ea typeface="+mn-lt"/>
                <a:cs typeface="+mn-lt"/>
              </a:rPr>
              <a:t> a stoca detaliile </a:t>
            </a:r>
            <a:r>
              <a:rPr lang="ro-RO" dirty="0" err="1">
                <a:ea typeface="+mn-lt"/>
                <a:cs typeface="+mn-lt"/>
              </a:rPr>
              <a:t>postarii</a:t>
            </a:r>
            <a:r>
              <a:rPr lang="ro-RO" dirty="0">
                <a:ea typeface="+mn-lt"/>
                <a:cs typeface="+mn-lt"/>
              </a:rPr>
              <a:t> (Titlu, Autor, Data).</a:t>
            </a:r>
            <a:endParaRPr lang="ro-RO"/>
          </a:p>
          <a:p>
            <a:pPr marL="914400" lvl="1" indent="-457200">
              <a:buAutoNum type="arabicPeriod"/>
            </a:pPr>
            <a:r>
              <a:rPr lang="ro-RO" b="1" dirty="0" err="1">
                <a:ea typeface="+mn-lt"/>
                <a:cs typeface="+mn-lt"/>
              </a:rPr>
              <a:t>Sorted</a:t>
            </a:r>
            <a:r>
              <a:rPr lang="ro-RO" b="1" dirty="0">
                <a:ea typeface="+mn-lt"/>
                <a:cs typeface="+mn-lt"/>
              </a:rPr>
              <a:t> </a:t>
            </a:r>
            <a:r>
              <a:rPr lang="ro-RO" b="1" dirty="0" err="1">
                <a:ea typeface="+mn-lt"/>
                <a:cs typeface="+mn-lt"/>
              </a:rPr>
              <a:t>Sets</a:t>
            </a:r>
            <a:r>
              <a:rPr lang="ro-RO" dirty="0" err="1">
                <a:ea typeface="+mn-lt"/>
                <a:cs typeface="+mn-lt"/>
              </a:rPr>
              <a:t>:Pentru</a:t>
            </a:r>
            <a:r>
              <a:rPr lang="ro-RO" dirty="0">
                <a:ea typeface="+mn-lt"/>
                <a:cs typeface="+mn-lt"/>
              </a:rPr>
              <a:t> a crea un </a:t>
            </a:r>
            <a:r>
              <a:rPr lang="ro-RO" dirty="0" err="1">
                <a:ea typeface="+mn-lt"/>
                <a:cs typeface="+mn-lt"/>
              </a:rPr>
              <a:t>Leaderboard</a:t>
            </a:r>
            <a:r>
              <a:rPr lang="ro-RO" dirty="0">
                <a:ea typeface="+mn-lt"/>
                <a:cs typeface="+mn-lt"/>
              </a:rPr>
              <a:t> automat cu cei mai activi </a:t>
            </a:r>
            <a:r>
              <a:rPr lang="ro-RO" dirty="0" err="1">
                <a:ea typeface="+mn-lt"/>
                <a:cs typeface="+mn-lt"/>
              </a:rPr>
              <a:t>useri</a:t>
            </a:r>
            <a:r>
              <a:rPr lang="ro-RO" dirty="0">
                <a:ea typeface="+mn-lt"/>
                <a:cs typeface="+mn-lt"/>
              </a:rPr>
              <a:t>.</a:t>
            </a:r>
          </a:p>
          <a:p>
            <a:pPr marL="914400" lvl="1" indent="-457200">
              <a:buAutoNum type="arabicPeriod"/>
            </a:pPr>
            <a:r>
              <a:rPr lang="ro-RO" b="1" dirty="0">
                <a:ea typeface="+mn-lt"/>
                <a:cs typeface="+mn-lt"/>
              </a:rPr>
              <a:t>TTL </a:t>
            </a:r>
            <a:r>
              <a:rPr lang="ro-RO" dirty="0">
                <a:ea typeface="+mn-lt"/>
                <a:cs typeface="+mn-lt"/>
              </a:rPr>
              <a:t>(Time-</a:t>
            </a:r>
            <a:r>
              <a:rPr lang="ro-RO" dirty="0" err="1">
                <a:ea typeface="+mn-lt"/>
                <a:cs typeface="+mn-lt"/>
              </a:rPr>
              <a:t>to</a:t>
            </a:r>
            <a:r>
              <a:rPr lang="ro-RO" dirty="0">
                <a:ea typeface="+mn-lt"/>
                <a:cs typeface="+mn-lt"/>
              </a:rPr>
              <a:t>-Live):Postările expira automat </a:t>
            </a:r>
            <a:r>
              <a:rPr lang="ro-RO" dirty="0" err="1">
                <a:ea typeface="+mn-lt"/>
                <a:cs typeface="+mn-lt"/>
              </a:rPr>
              <a:t>dupa</a:t>
            </a:r>
            <a:r>
              <a:rPr lang="ro-RO" dirty="0">
                <a:ea typeface="+mn-lt"/>
                <a:cs typeface="+mn-lt"/>
              </a:rPr>
              <a:t> 1 ora pentru a nu umple memoria.</a:t>
            </a:r>
          </a:p>
          <a:p>
            <a:endParaRPr lang="ro-RO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609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BEC85AC-6FF0-2DEE-0D33-4A5A18CD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ea typeface="+mj-lt"/>
                <a:cs typeface="+mj-lt"/>
              </a:rPr>
              <a:t>Rezultate </a:t>
            </a:r>
            <a:r>
              <a:rPr lang="ro-RO" dirty="0" err="1">
                <a:ea typeface="+mj-lt"/>
                <a:cs typeface="+mj-lt"/>
              </a:rPr>
              <a:t>Benchmark</a:t>
            </a:r>
            <a:endParaRPr lang="ro-RO" dirty="0" err="1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6DC11CA-E344-01E2-03C6-F8EF7C21A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o-RO" b="1" dirty="0">
                <a:ea typeface="+mn-lt"/>
                <a:cs typeface="+mn-lt"/>
              </a:rPr>
              <a:t>Redis </a:t>
            </a:r>
            <a:r>
              <a:rPr lang="ro-RO" b="1" dirty="0" err="1">
                <a:ea typeface="+mn-lt"/>
                <a:cs typeface="+mn-lt"/>
              </a:rPr>
              <a:t>vs</a:t>
            </a:r>
            <a:r>
              <a:rPr lang="ro-RO" b="1" dirty="0">
                <a:ea typeface="+mn-lt"/>
                <a:cs typeface="+mn-lt"/>
              </a:rPr>
              <a:t> </a:t>
            </a:r>
            <a:r>
              <a:rPr lang="ro-RO" b="1" dirty="0" err="1">
                <a:ea typeface="+mn-lt"/>
                <a:cs typeface="+mn-lt"/>
              </a:rPr>
              <a:t>MongoDB</a:t>
            </a:r>
            <a:endParaRPr lang="ro-RO" b="1" dirty="0" err="1"/>
          </a:p>
          <a:p>
            <a:r>
              <a:rPr lang="ro-RO" dirty="0">
                <a:ea typeface="+mn-lt"/>
                <a:cs typeface="+mn-lt"/>
              </a:rPr>
              <a:t>Am simulat trafic pentru 100000 de </a:t>
            </a:r>
            <a:r>
              <a:rPr lang="ro-RO" dirty="0" err="1">
                <a:ea typeface="+mn-lt"/>
                <a:cs typeface="+mn-lt"/>
              </a:rPr>
              <a:t>useri</a:t>
            </a:r>
            <a:r>
              <a:rPr lang="ro-RO" dirty="0">
                <a:ea typeface="+mn-lt"/>
                <a:cs typeface="+mn-lt"/>
              </a:rPr>
              <a:t>.</a:t>
            </a:r>
            <a:endParaRPr lang="ro-RO" dirty="0"/>
          </a:p>
          <a:p>
            <a:r>
              <a:rPr lang="ro-RO" b="1" dirty="0" err="1">
                <a:ea typeface="+mn-lt"/>
                <a:cs typeface="+mn-lt"/>
              </a:rPr>
              <a:t>MongoDB</a:t>
            </a:r>
            <a:r>
              <a:rPr lang="ro-RO" dirty="0">
                <a:ea typeface="+mn-lt"/>
                <a:cs typeface="+mn-lt"/>
              </a:rPr>
              <a:t>: ~0.0285 sec</a:t>
            </a:r>
            <a:endParaRPr lang="ro-RO" dirty="0"/>
          </a:p>
          <a:p>
            <a:r>
              <a:rPr lang="ro-RO" b="1" dirty="0">
                <a:ea typeface="+mn-lt"/>
                <a:cs typeface="+mn-lt"/>
              </a:rPr>
              <a:t>Redis</a:t>
            </a:r>
            <a:r>
              <a:rPr lang="ro-RO" dirty="0">
                <a:ea typeface="+mn-lt"/>
                <a:cs typeface="+mn-lt"/>
              </a:rPr>
              <a:t>: ~0.0025se</a:t>
            </a:r>
            <a:endParaRPr lang="ro-RO" dirty="0"/>
          </a:p>
          <a:p>
            <a:r>
              <a:rPr lang="ro-RO" b="1" dirty="0">
                <a:ea typeface="+mn-lt"/>
                <a:cs typeface="+mn-lt"/>
              </a:rPr>
              <a:t>Performanta</a:t>
            </a:r>
            <a:r>
              <a:rPr lang="ro-RO" dirty="0">
                <a:ea typeface="+mn-lt"/>
                <a:cs typeface="+mn-lt"/>
              </a:rPr>
              <a:t>: Sistemul este de 11.57x mai rapid cu Redis.</a:t>
            </a:r>
            <a:endParaRPr lang="ro-RO" dirty="0"/>
          </a:p>
        </p:txBody>
      </p:sp>
      <p:pic>
        <p:nvPicPr>
          <p:cNvPr id="5" name="Substituent conținut 4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11AF203F-7537-4545-C792-B4C3790D97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315415"/>
            <a:ext cx="5181600" cy="137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2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05F9-E01B-4267-2D1D-2D323501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2612B47-9ADE-16B0-DB68-6F1717E4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ea typeface="+mj-lt"/>
                <a:cs typeface="+mj-lt"/>
              </a:rPr>
              <a:t>Bibliografie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C82D1D8-BD1E-077F-3719-6860E0512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ro-RO" dirty="0">
                <a:ea typeface="+mn-lt"/>
                <a:cs typeface="+mn-lt"/>
              </a:rPr>
              <a:t>Redis </a:t>
            </a:r>
            <a:r>
              <a:rPr lang="ro-RO" err="1">
                <a:ea typeface="+mn-lt"/>
                <a:cs typeface="+mn-lt"/>
              </a:rPr>
              <a:t>Docs</a:t>
            </a:r>
            <a:r>
              <a:rPr lang="ro-RO" dirty="0">
                <a:ea typeface="+mn-lt"/>
                <a:cs typeface="+mn-lt"/>
              </a:rPr>
              <a:t>: </a:t>
            </a:r>
            <a:r>
              <a:rPr lang="ro-RO" dirty="0">
                <a:ea typeface="+mn-lt"/>
                <a:cs typeface="+mn-lt"/>
                <a:hlinkClick r:id="rId2"/>
              </a:rPr>
              <a:t>https://redis.io/docs/</a:t>
            </a:r>
            <a:r>
              <a:rPr lang="ro-RO" dirty="0">
                <a:ea typeface="+mn-lt"/>
                <a:cs typeface="+mn-lt"/>
              </a:rPr>
              <a:t>  </a:t>
            </a:r>
            <a:endParaRPr lang="ro-RO" b="1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ro-RO" dirty="0" err="1">
                <a:ea typeface="+mn-lt"/>
                <a:cs typeface="+mn-lt"/>
              </a:rPr>
              <a:t>MongoDB</a:t>
            </a:r>
            <a:r>
              <a:rPr lang="ro-RO" dirty="0">
                <a:ea typeface="+mn-lt"/>
                <a:cs typeface="+mn-lt"/>
              </a:rPr>
              <a:t> Manual, </a:t>
            </a:r>
            <a:r>
              <a:rPr lang="ro-RO" dirty="0" err="1">
                <a:ea typeface="+mn-lt"/>
                <a:cs typeface="+mn-lt"/>
              </a:rPr>
              <a:t>Aggregation</a:t>
            </a:r>
            <a:r>
              <a:rPr lang="ro-RO" dirty="0">
                <a:ea typeface="+mn-lt"/>
                <a:cs typeface="+mn-lt"/>
              </a:rPr>
              <a:t> </a:t>
            </a:r>
            <a:r>
              <a:rPr lang="ro-RO" dirty="0" err="1">
                <a:ea typeface="+mn-lt"/>
                <a:cs typeface="+mn-lt"/>
              </a:rPr>
              <a:t>Pipeline</a:t>
            </a:r>
            <a:r>
              <a:rPr lang="ro-RO" dirty="0">
                <a:ea typeface="+mn-lt"/>
                <a:cs typeface="+mn-lt"/>
              </a:rPr>
              <a:t>: </a:t>
            </a:r>
            <a:r>
              <a:rPr lang="ro-RO" dirty="0">
                <a:ea typeface="+mn-lt"/>
                <a:cs typeface="+mn-lt"/>
                <a:hlinkClick r:id="rId3"/>
              </a:rPr>
              <a:t>https://www.mongodb.com/docs/manual/core/aggregation-pipeline/</a:t>
            </a:r>
            <a:r>
              <a:rPr lang="ro-RO" dirty="0">
                <a:ea typeface="+mn-lt"/>
                <a:cs typeface="+mn-lt"/>
              </a:rPr>
              <a:t>.   </a:t>
            </a:r>
            <a:endParaRPr lang="ro-RO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ro-RO" dirty="0" err="1">
                <a:ea typeface="+mn-lt"/>
                <a:cs typeface="+mn-lt"/>
              </a:rPr>
              <a:t>Gemini</a:t>
            </a:r>
            <a:r>
              <a:rPr lang="ro-RO" dirty="0">
                <a:ea typeface="+mn-lt"/>
                <a:cs typeface="+mn-lt"/>
              </a:rPr>
              <a:t> AI in scopul </a:t>
            </a:r>
            <a:r>
              <a:rPr lang="ro-RO" dirty="0" err="1">
                <a:ea typeface="+mn-lt"/>
                <a:cs typeface="+mn-lt"/>
              </a:rPr>
              <a:t>optimizarii</a:t>
            </a:r>
            <a:r>
              <a:rPr lang="ro-RO" dirty="0">
                <a:ea typeface="+mn-lt"/>
                <a:cs typeface="+mn-lt"/>
              </a:rPr>
              <a:t> eficientei scripturilor de seed.py si test_benchmark.py: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7244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Ecran lat</PresentationFormat>
  <Paragraphs>0</Paragraphs>
  <Slides>7</Slides>
  <Notes>0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8" baseType="lpstr">
      <vt:lpstr>Temă Office</vt:lpstr>
      <vt:lpstr>Social Media Feed Engine: Arhitectura Redis si MongoDB </vt:lpstr>
      <vt:lpstr>Problema identificata</vt:lpstr>
      <vt:lpstr>Solutia – Caching de feed</vt:lpstr>
      <vt:lpstr>Arhitectura sistemului</vt:lpstr>
      <vt:lpstr>Implementare cache-ului</vt:lpstr>
      <vt:lpstr>Rezultate Benchmark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2026-01-28T22:23:23Z</dcterms:created>
  <dcterms:modified xsi:type="dcterms:W3CDTF">2026-01-28T22:53:25Z</dcterms:modified>
</cp:coreProperties>
</file>